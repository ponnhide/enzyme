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ENZYME Pilot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## Nat Protocols vs Nat Siblings</a:t>
            </a:r>
          </a:p>
          <a:p>
            <a:r>
              <a:t>### Structuring and reproducibility evaluation with GPT-OSS and Qwen</a:t>
            </a:r>
          </a:p>
          <a:p>
            <a:r>
              <a:t>- Scope: 34 papers (protocols 14 / siblings 20)</a:t>
            </a:r>
          </a:p>
          <a:p>
            <a:r>
              <a:t>- Models: `gpt-oss-120b-medium-v2`, `qwen3-next-80b-a3b-instruct-fp8-v2`</a:t>
            </a:r>
          </a:p>
          <a:p>
            <a:r>
              <a:t>- Source: `results_pilot_comparison_v2/*`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Background (Relation to QUEEN)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Reference paper: Nature Communications 2022, `s41467-022-30588-x`</a:t>
            </a:r>
          </a:p>
          <a:p>
            <a:pPr/>
            <a:r>
              <a:t>Core idea:</a:t>
            </a:r>
          </a:p>
          <a:p>
            <a:pPr/>
            <a:r>
              <a:t>Reduce complex processes to minimal operations</a:t>
            </a:r>
          </a:p>
          <a:p>
            <a:pPr/>
            <a:r>
              <a:t>Preserve operation history to improve regenerability</a:t>
            </a:r>
          </a:p>
          <a:p>
            <a:pPr/>
            <a:r>
              <a:t>ENZYME mapping:</a:t>
            </a:r>
          </a:p>
          <a:p>
            <a:pPr/>
            <a:r>
              <a:t>Minimized core functions</a:t>
            </a:r>
          </a:p>
          <a:p>
            <a:pPr/>
            <a:r>
              <a:t>High-level procedures lowered into core ops</a:t>
            </a:r>
          </a:p>
          <a:p>
            <a:pPr/>
            <a:r>
              <a:t>History/evidence preserved in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ENZYME Implementation (E2E)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CLI pipeline: `import -&gt; compile -&gt; validate -&gt; score -&gt; report`</a:t>
            </a:r>
          </a:p>
          <a:p>
            <a:pPr/>
            <a:r>
              <a:t>Implementation anchors:</a:t>
            </a:r>
          </a:p>
          <a:p>
            <a:pPr/>
            <a:r>
              <a:t>`src/enzyme/cli.py:33-105`</a:t>
            </a:r>
          </a:p>
          <a:p>
            <a:pPr/>
            <a:r>
              <a:t>`src/enzyme/lowering.py:29-136`</a:t>
            </a:r>
          </a:p>
          <a:p>
            <a:pPr/>
            <a:r>
              <a:t>`src/enzyme/validator.py:372-395`</a:t>
            </a:r>
          </a:p>
          <a:p>
            <a:pPr/>
            <a:r>
              <a:t>`src/enzyme/scoring.py:755-784`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Design of Structuring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Separation of HL-IR and Core-IR</a:t>
            </a:r>
          </a:p>
          <a:p>
            <a:pPr/>
            <a:r>
              <a:t>Macro expansions:</a:t>
            </a:r>
          </a:p>
          <a:p>
            <a:pPr/>
            <a:r>
              <a:t>`thermocycle/incubate/centrifuge -&gt; run_device`</a:t>
            </a:r>
          </a:p>
          <a:p>
            <a:pPr/>
            <a:r>
              <a:t>`measure -&gt; run_device + observe`</a:t>
            </a:r>
          </a:p>
          <a:p>
            <a:pPr/>
            <a:r>
              <a:t>Intent:</a:t>
            </a:r>
          </a:p>
          <a:p>
            <a:pPr/>
            <a:r>
              <a:t>Keep generation flexibility (HL)</a:t>
            </a:r>
          </a:p>
          <a:p>
            <a:pPr/>
            <a:r>
              <a:t>Keep validation strictness (Core)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Default 6 axes:</a:t>
            </a:r>
          </a:p>
          <a:p>
            <a:pPr/>
            <a:r>
              <a:t>`S_structural, S_param, S_vocab, S_ident, S_ambiguity, S_exec_env`</a:t>
            </a:r>
          </a:p>
          <a:p>
            <a:pPr/>
            <a:r>
              <a:t>`total = mean of 6 axes`</a:t>
            </a:r>
          </a:p>
          <a:p>
            <a:pPr/>
            <a:r>
              <a:t>Reproducibility extension:</a:t>
            </a:r>
          </a:p>
          <a:p>
            <a:pPr/>
            <a:r>
              <a:t>Profile-driven category evaluation</a:t>
            </a:r>
          </a:p>
          <a:p>
            <a:pPr/>
            <a:r>
              <a:t>`flow_integrity` as viability gate</a:t>
            </a:r>
          </a:p>
          <a:p>
            <a:pPr/>
            <a:r>
              <a:t>`repro.total = equal mean of non-flow categories`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Design (Two Layers)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Intra-unit flow (scoring-side)</a:t>
            </a:r>
          </a:p>
          <a:p>
            <a:pPr/>
            <a:r>
              <a:t>Detect source/order/kind mismatch and unused intermediates</a:t>
            </a:r>
          </a:p>
          <a:p>
            <a:pPr/>
            <a:r>
              <a:t>Inter-unit flow within a paper (benchmark-side)</a:t>
            </a:r>
          </a:p>
          <a:p>
            <a:pPr/>
            <a:r>
              <a:t>`material_flow` (strict reference match)</a:t>
            </a:r>
          </a:p>
          <a:p>
            <a:pPr/>
            <a:r>
              <a:t>`logical_flow` (timeline + lexical anchors + continuity cues)</a:t>
            </a:r>
          </a:p>
          <a:p>
            <a:pPr/>
            <a:r>
              <a:t>`combined_integrity`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Category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Rule-based classification (regex)</a:t>
            </a:r>
          </a:p>
          <a:p>
            <a:pPr/>
            <a:r>
              <a:t>Split quality audits:</a:t>
            </a:r>
          </a:p>
          <a:p>
            <a:pPr/>
            <a:r>
              <a:t>`UNIT_TOO_SHORT_*`</a:t>
            </a:r>
          </a:p>
          <a:p>
            <a:pPr/>
            <a:r>
              <a:t>`UNIT_NO_EXPERIMENT_CATEGORY`</a:t>
            </a:r>
          </a:p>
          <a:p>
            <a:pPr/>
            <a:r>
              <a:t>`UNIT_CATEGORY_OVERMIXED`</a:t>
            </a:r>
          </a:p>
          <a:p>
            <a:pPr/>
            <a:r>
              <a:t>Analysis outputs:</a:t>
            </a:r>
          </a:p>
          <a:p>
            <a:pPr/>
            <a:r>
              <a:t>Group-wise category distribution</a:t>
            </a:r>
          </a:p>
          <a:p>
            <a:pPr/>
            <a:r>
              <a:t>Category-wise repro mean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GPT: 34 papers / 315 units / failure 0 / repro-missing 0</a:t>
            </a:r>
          </a:p>
          <a:p>
            <a:pPr/>
            <a:r>
              <a:t>Qwen: 34 papers / 288 units / failure 0 / repro-missing 0</a:t>
            </a:r>
          </a:p>
          <a:p>
            <a:pPr/>
            <a:r>
              <a:t>Source: `pilot_run_integrity.csv`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Comparison (34 papers)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Default wins (GPT/Qwen/Tie): `9 / 23 / 2`</a:t>
            </a:r>
          </a:p>
          <a:p>
            <a:pPr/>
            <a:r>
              <a:t>Repro wins (GPT/Qwen/Tie): `24 / 5 / 5`</a:t>
            </a:r>
          </a:p>
          <a:p>
            <a:pPr/>
            <a:r>
              <a:t>Mean delta default (GPT-Qwen): `-5.120`</a:t>
            </a:r>
          </a:p>
          <a:p>
            <a:pPr/>
            <a:r>
              <a:t>Mean delta repro (GPT-Qwen): `+4.098`</a:t>
            </a:r>
          </a:p>
          <a:p>
            <a:pPr/>
            <a:r>
              <a:t>Source: `pilot_compare_repro_summary.md`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Protocols vs Siblings (Group Means)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</a:t>
            </a:r>
          </a:p>
          <a:p>
            <a:pPr/>
            <a:r>
              <a:t>total: `57.986 vs 69.785` (Delta `-11.799`)</a:t>
            </a:r>
          </a:p>
          <a:p>
            <a:pPr/>
            <a:r>
              <a:t>repro: `26.986 vs 16.548` (Delta `+10.438`)</a:t>
            </a:r>
          </a:p>
          <a:p>
            <a:pPr/>
            <a:r>
              <a:t>Qwen</a:t>
            </a:r>
          </a:p>
          <a:p>
            <a:pPr/>
            <a:r>
              <a:t>total: `59.316 vs 77.558` (Delta `-18.242`)</a:t>
            </a:r>
          </a:p>
          <a:p>
            <a:pPr/>
            <a:r>
              <a:t>repro: `23.971 vs 11.691` (Delta `+12.280`)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 Significance (protocols vs siblings)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</a:t>
            </a:r>
          </a:p>
          <a:p>
            <a:pPr/>
            <a:r>
              <a:t>Mann-Whitney p=`0.000404`</a:t>
            </a:r>
          </a:p>
          <a:p>
            <a:pPr/>
            <a:r>
              <a:t>Welch p=`0.000005`</a:t>
            </a:r>
          </a:p>
          <a:p>
            <a:pPr/>
            <a:r>
              <a:t>Cohen d=`1.732`</a:t>
            </a:r>
          </a:p>
          <a:p>
            <a:pPr/>
            <a:r>
              <a:t>Qwen</a:t>
            </a:r>
          </a:p>
          <a:p>
            <a:pPr/>
            <a:r>
              <a:t>Mann-Whitney p=`0.000011`</a:t>
            </a:r>
          </a:p>
          <a:p>
            <a:pPr/>
            <a:r>
              <a:t>Welch p=`0.000001`</a:t>
            </a:r>
          </a:p>
          <a:p>
            <a:pPr/>
            <a:r>
              <a:t>Cohen d=`2.134`</a:t>
            </a:r>
          </a:p>
          <a:p>
            <a:pPr/>
            <a:r>
              <a:t>Source: `repro_group_significance.md`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Cross-Model Correlation (paper-level)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 (n=34):</a:t>
            </a:r>
          </a:p>
          <a:p>
            <a:pPr/>
            <a:r>
              <a:t>pearson_total=`0.735`, pearson_repro=`0.760`</a:t>
            </a:r>
          </a:p>
          <a:p>
            <a:pPr/>
            <a:r>
              <a:t>nat_protocols (n=14):</a:t>
            </a:r>
          </a:p>
          <a:p>
            <a:pPr/>
            <a:r>
              <a:t>pearson_total=`-0.056`, pearson_repro=`-0.131`</a:t>
            </a:r>
          </a:p>
          <a:p>
            <a:pPr/>
            <a:r>
              <a:t>nat_siblings (n=20):</a:t>
            </a:r>
          </a:p>
          <a:p>
            <a:pPr/>
            <a:r>
              <a:t>pearson_total=`0.761`, pearson_repro=`0.795`</a:t>
            </a:r>
          </a:p>
          <a:p>
            <a:pPr/>
            <a:r>
              <a:t>Source: `pilot_model_correlation.csv`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Mean combined isolated rate:</a:t>
            </a:r>
          </a:p>
          <a:p>
            <a:pPr/>
            <a:r>
              <a:t>GPT: protocols `0.400`, siblings `0.658`</a:t>
            </a:r>
          </a:p>
          <a:p>
            <a:pPr/>
            <a:r>
              <a:t>Qwen: protocols `0.179`, siblings `0.503`</a:t>
            </a:r>
          </a:p>
          <a:p>
            <a:pPr/>
            <a:r>
              <a:t>corr(repro, connectivity):</a:t>
            </a:r>
          </a:p>
          <a:p>
            <a:pPr/>
            <a:r>
              <a:t>GPT: protocols `0.690`, siblings `0.758`</a:t>
            </a:r>
          </a:p>
          <a:p>
            <a:pPr/>
            <a:r>
              <a:t>Qwen: protocols `0.658`, siblings `0.606`</a:t>
            </a:r>
          </a:p>
          <a:p>
            <a:pPr/>
            <a:r>
              <a:t>Source: `pilot_flow_group_summary.csv`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 in protocols: `cell_culture`, `centrifugation`, `microscopy_imaging`</a:t>
            </a:r>
          </a:p>
          <a:p>
            <a:pPr/>
            <a:r>
              <a:t>Top in siblings: `other`, `cell_culture`, `sequencing_library_prep`</a:t>
            </a:r>
          </a:p>
          <a:p>
            <a:pPr/>
            <a:r>
              <a:t>Repro mean differs across groups even within same category</a:t>
            </a:r>
          </a:p>
          <a:p>
            <a:pPr/>
            <a:r>
              <a:t>Source:</a:t>
            </a:r>
          </a:p>
          <a:p>
            <a:pPr/>
            <a:r>
              <a:t>`pilot_category_distribution_long.csv`</a:t>
            </a:r>
          </a:p>
          <a:p>
            <a:pPr/>
            <a:r>
              <a:t>`pilot_category_scores_long.csv`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Group-level trends are consistent across models:</a:t>
            </a:r>
          </a:p>
          <a:p>
            <a:pPr/>
            <a:r>
              <a:t>siblings show higher total</a:t>
            </a:r>
          </a:p>
          <a:p>
            <a:pPr/>
            <a:r>
              <a:t>protocols show higher repro</a:t>
            </a:r>
          </a:p>
          <a:p>
            <a:pPr/>
            <a:r>
              <a:t>But within-protocols rank correlation is low</a:t>
            </a:r>
          </a:p>
          <a:p>
            <a:pPr/>
            <a:r>
              <a:t>Therefore both can hold simultaneously:</a:t>
            </a:r>
          </a:p>
          <a:p>
            <a:pPr/>
            <a:r>
              <a:t>agreement at macro trend level</a:t>
            </a:r>
          </a:p>
          <a:p>
            <a:pPr/>
            <a:r>
              <a:t>disagreement at micro ranking level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ENZYME Impact Potential (Current Stage)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Separates structuring quality from reproducibility quality</a:t>
            </a:r>
          </a:p>
          <a:p>
            <a:pPr/>
            <a:r>
              <a:t>Integrates flow and category signals for root-cause analysis</a:t>
            </a:r>
          </a:p>
          <a:p>
            <a:pPr/>
            <a:r>
              <a:t>Practical for pre-submission audits, lab standardization, and LLM-generated protocol checks</a:t>
            </a:r>
          </a:p>
          <a:p>
            <a:pPr/>
            <a:r>
              <a:t>This pilot supports moving to larger-scale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Development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Upgrade `logical_flow` (co-reference / dependency)</a:t>
            </a:r>
          </a:p>
          <a:p>
            <a:pPr/>
            <a:r>
              <a:t>2. Hybrid category classifier (regex + embedding)</a:t>
            </a:r>
          </a:p>
          <a:p>
            <a:pPr/>
            <a:r>
              <a:t>3. Weight optimization using external reproducibility outcomes</a:t>
            </a:r>
          </a:p>
          <a:p>
            <a:pPr/>
            <a:r>
              <a:t>4. Scale to full Nat Protocols corpus for cross-domain mapping</a:t>
            </a:r>
          </a:p>
          <a:p>
            <a:pPr/>
            <a:r>
              <a:t>5. Fix regression tests and reproducibility analysis pipeline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(Main Artifacts)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Full report: `ENZYME_pilot_impact_report_ja.md`</a:t>
            </a:r>
          </a:p>
          <a:p>
            <a:pPr/>
            <a:r>
              <a:t>Correlation plots: `model_correlation_total_grid.png`, `model_correlation_repro_grid.png`</a:t>
            </a:r>
          </a:p>
          <a:p>
            <a:pPr/>
            <a:r>
              <a:t>Significance plot: `repro_group_jitter_box.png`</a:t>
            </a:r>
          </a:p>
          <a:p>
            <a:pPr/>
            <a:r>
              <a:t>Full tables: `pilot_compare_repro_pairwise.csv`, `pilot_flow_paper_metrics.csv`, `pilot_category_scores_long.csv`</a:t>
            </a:r>
          </a:p>
          <a:p>
            <a:pPr/>
            <a:r>
              <a:t>Nat Protocols repro list: `nat_protocols_repro_only.csv`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