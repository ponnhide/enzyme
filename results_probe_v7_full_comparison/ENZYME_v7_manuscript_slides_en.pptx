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ENZYME v7 Manuscript Slides (EN)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## Nat Protocols vs Nat siblings (n=34)</a:t>
            </a:r>
          </a:p>
          <a:p>
            <a:r>
              <a:t>- Models: gpt-oss-120b-v7, qwen3-next-80b-a3b-instruct-fp8-v7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Methods text is rich but hard to audit/comparison at scale</a:t>
            </a:r>
          </a:p>
          <a:p>
            <a:pPr/>
            <a:r>
              <a:t>ENZYME formalizes procedures into validated IR</a:t>
            </a:r>
          </a:p>
          <a:p>
            <a:pPr/>
            <a:r>
              <a:t>Inspired by QUEEN-style computable provenance thinking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ops: allocate/transfer/manipulate/run_device/observe/annotate/dispose</a:t>
            </a:r>
          </a:p>
          <a:p>
            <a:pPr/>
            <a:r>
              <a:t>Two pathways: HL-core and direct-core</a:t>
            </a:r>
          </a:p>
          <a:p>
            <a:pPr/>
            <a:r>
              <a:t>flow: material + logical + combined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total = equal-average of 9 quality components</a:t>
            </a:r>
          </a:p>
          <a:p>
            <a:pPr/>
            <a:r>
              <a:t>Repro = profile-based completeness and traceability checks</a:t>
            </a:r>
          </a:p>
          <a:p>
            <a:pPr/>
            <a:r>
              <a:t>Flow used as viability 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gpt-oss-120b-v7: protocols 75.035/27.239, siblings 72.126/23.188</a:t>
            </a:r>
          </a:p>
          <a:p>
            <a:pPr/>
            <a:r>
              <a:t>qwen3-next-80b-a3b-instruct-fp8-v7: protocols 72.836/25.814, siblings 66.691/19.065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ENZYME operationalizes protocol reproducibility as measurable signals</a:t>
            </a:r>
          </a:p>
          <a:p>
            <a:pPr/>
            <a:r>
              <a:t>Enables paper-level and category-level diagnostics</a:t>
            </a:r>
          </a:p>
          <a:p>
            <a:pPr/>
            <a:r>
              <a:t>Next: stronger logical-flow semantics, broader model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