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ENZYME v7 全件比較（JA）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 Nat Protocols vs Nat Siblings</a:t>
            </a:r>
          </a:p>
          <a:p>
            <a:r>
              <a:t>- 34 papers (protocols=14, siblings=20)</a:t>
            </a:r>
          </a:p>
          <a:p>
            <a:r>
              <a:t>- Models: gpt-oss-120b-v7, qwen3-next-80b-a3b-instruct-fp8-v7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スコア全体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gpt-oss-120b-v7</a:t>
            </a:r>
          </a:p>
          <a:p>
            <a:pPr/>
            <a:r>
              <a:t>total: protocols 75.035 vs siblings 72.126</a:t>
            </a:r>
          </a:p>
          <a:p>
            <a:pPr/>
            <a:r>
              <a:t>repro: protocols 27.239 vs siblings 23.188</a:t>
            </a:r>
          </a:p>
          <a:p>
            <a:pPr/>
            <a:r>
              <a:t>qwen3-next-80b-a3b-instruct-fp8-v7</a:t>
            </a:r>
          </a:p>
          <a:p>
            <a:pPr/>
            <a:r>
              <a:t>total: protocols 72.836 vs siblings 66.691</a:t>
            </a:r>
          </a:p>
          <a:p>
            <a:pPr/>
            <a:r>
              <a:t>repro: protocols 25.814 vs siblings 19.065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両モデルで protocols &gt; siblings（total/repro）</a:t>
            </a:r>
          </a:p>
          <a:p>
            <a:pPr/>
            <a:r>
              <a:t>ただし paper-level のモデル一致は中程度</a:t>
            </a:r>
          </a:p>
          <a:p>
            <a:pPr/>
            <a:r>
              <a:t>repro群差は Qwen で有意、GPTは有意傾向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参照図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repro_group_jitter_box.png</a:t>
            </a:r>
          </a:p>
          <a:p>
            <a:pPr/>
            <a:r>
              <a:t>model_correlation_total_grid.png</a:t>
            </a:r>
          </a:p>
          <a:p>
            <a:pPr/>
            <a:r>
              <a:t>model_correlation_repro_grid.png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