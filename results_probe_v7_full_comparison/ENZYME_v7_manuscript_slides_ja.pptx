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ENZYME v7 論文調サマリー（JA）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## Nat Protocols vs Nat siblings (n=34)</a:t>
            </a:r>
          </a:p>
          <a:p>
            <a:r>
              <a:t>- Models: gpt-oss-120b-v7, qwen3-next-80b-a3b-instruct-fp8-v7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背景と狙い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課題: 自然言語Methodsは比較・監査が難しい</a:t>
            </a:r>
          </a:p>
          <a:p>
            <a:pPr/>
            <a:r>
              <a:t>思想: QUEENの「計算可能な履歴表現」をプロトコルへ拡張</a:t>
            </a:r>
          </a:p>
          <a:p>
            <a:pPr/>
            <a:r>
              <a:t>ENZYME: 形式化 -&gt; 検証 -&gt; スコアリング -&gt; 比較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ENZYME設計（コア）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Core ops: allocate / transfer / manipulate / run_device / observe / annotate / dispose</a:t>
            </a:r>
          </a:p>
          <a:p>
            <a:pPr/>
            <a:r>
              <a:t>HL-core と direct-core の2経路</a:t>
            </a:r>
          </a:p>
          <a:p>
            <a:pPr/>
            <a:r>
              <a:t>measureはrun_device+observeへlowering</a:t>
            </a:r>
          </a:p>
          <a:p>
            <a:pPr/>
            <a:r>
              <a:t>flowはmaterial/logical/combinedで評価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スコアリング設計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default total: 9成分の等重み平均</a:t>
            </a:r>
          </a:p>
          <a:p>
            <a:pPr/>
            <a:r>
              <a:t>repro: profile駆動（資材、装置、params、QC、traceability など）</a:t>
            </a:r>
          </a:p>
          <a:p>
            <a:pPr/>
            <a:r>
              <a:t>total_mode = equal_average_non_flow</a:t>
            </a:r>
          </a:p>
          <a:p>
            <a:pPr/>
            <a:r>
              <a:t>flowはviability gateとして運用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定量結果（paper平均）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gpt-oss-120b-v7: protocols total/repro = 75.035/27.239</a:t>
            </a:r>
          </a:p>
          <a:p>
            <a:pPr/>
            <a:r>
              <a:t>gpt-oss-120b-v7: siblings total/repro = 72.126/23.188</a:t>
            </a:r>
          </a:p>
          <a:p>
            <a:pPr/>
            <a:r>
              <a:t>qwen3-next-80b-a3b-instruct-fp8-v7: protocols total/repro = 72.836/25.814</a:t>
            </a:r>
          </a:p>
          <a:p>
            <a:pPr/>
            <a:r>
              <a:t>qwen3-next-80b-a3b-instruct-fp8-v7: siblings total/repro = 66.691/19.065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統計・相関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gpt-oss-120b-v7 repro群差: MWU p=0.096380</a:t>
            </a:r>
          </a:p>
          <a:p>
            <a:pPr/>
            <a:r>
              <a:t>qwen3-next-80b-a3b-instruct-fp8-v7 repro群差: MWU p=0.031225</a:t>
            </a:r>
          </a:p>
          <a:p>
            <a:pPr/>
            <a:r>
              <a:t>相関(all): pearson_total=0.467</a:t>
            </a:r>
          </a:p>
          <a:p>
            <a:pPr/>
            <a:r>
              <a:t>相関(all): pearson_repro=0.355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議論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群平均傾向を再現し、再現性評価の計量化に成功</a:t>
            </a:r>
          </a:p>
          <a:p>
            <a:pPr/>
            <a:r>
              <a:t>単一スコアではなく flow・カテゴリまで診断できる</a:t>
            </a:r>
          </a:p>
          <a:p>
            <a:pPr/>
            <a:r>
              <a:t>logical_flow と unit分割の改善が次の中心課題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今後の発展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Nat Protocols全体への拡張</a:t>
            </a:r>
          </a:p>
          <a:p>
            <a:pPr/>
            <a:r>
              <a:t>profile寄与の事後推定（重み学習）</a:t>
            </a:r>
          </a:p>
          <a:p>
            <a:pPr/>
            <a:r>
              <a:t>QUEEN的なトレーサビリティ統合</a:t>
            </a:r>
          </a:p>
          <a:p>
            <a:pPr/>
            <a:r>
              <a:t>生命科学Methodsの客観監査基盤へ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